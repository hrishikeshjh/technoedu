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DC2626"/>
                </a:solidFill>
              </a:defRPr>
            </a:pPr>
            <a:r>
              <a:t>TECHNO INDIA GROUP • OPEN ACADEMIC INITIATIVE</a:t>
            </a:r>
          </a:p>
          <a:p>
            <a:pPr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t>Techno Wallah (technoedu)</a:t>
            </a:r>
          </a:p>
          <a:p>
            <a:pPr>
              <a:spcAft>
                <a:spcPts val="2000"/>
              </a:spcAft>
              <a:defRPr sz="1800">
                <a:solidFill>
                  <a:srgbClr val="CBD5E1"/>
                </a:solidFill>
              </a:defRPr>
            </a:pPr>
            <a:r>
              <a:t>Open-Source Exam Resource Hub &amp; Academic OER Aggregator</a:t>
            </a:r>
          </a:p>
          <a:p>
            <a:pPr>
              <a:spcAft>
                <a:spcPts val="2800"/>
              </a:spcAft>
              <a:defRPr sz="1200">
                <a:solidFill>
                  <a:srgbClr val="94A3B8"/>
                </a:solidFill>
              </a:defRPr>
            </a:pPr>
            <a:r>
              <a:t>Comprehensive Executive Project Dossier for Higher Authorities</a:t>
            </a:r>
            <a:br/>
            <a:r>
              <a:t>Addressing Problem Statement, System Input/Output Modules, Access Protocol, and Beta Launch Roadmap.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CONFIDENTIAL • PREPARED FOR INSTITUTIONAL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1371600"/>
            <a:ext cx="3474720" cy="4114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ero-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417320"/>
            <a:ext cx="338328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60350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Status: Alpha Deployment Verified • Production Ready • Designed for Vercel Cloud Hosting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200"/>
              </a:spcAft>
              <a:defRPr sz="1000" b="1">
                <a:solidFill>
                  <a:srgbClr val="DC2626"/>
                </a:solidFill>
              </a:defRPr>
            </a:pPr>
            <a:r>
              <a:t>SECTION 1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</a:defRPr>
            </a:pPr>
            <a:r>
              <a:t>1. Executive Application Write-Up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Institutional Vision, Strategic Need &amp; Academic Transformation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DC2626"/>
                </a:solidFill>
              </a:defRPr>
            </a:pPr>
            <a:r>
              <a:t>🚨 THE CHALLENGE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Commercial Monopolies: Major test-prep institutes charge prohibitive fees, restricting access for underprivileged aspirants.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Resource Fragmentation: Authentic syllabus materials are scattered across dozens of disparate government and open repositories.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Unverified Piracy: Students rely on unindexed, low-quality pirated PDFs and dubious notes with high error rates.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Lack of Clear Mapping: Students do not know which public university courses (e.g. NPTEL) map to which exam topics.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2563EB"/>
                </a:solidFill>
              </a:defRPr>
            </a:pPr>
            <a:r>
              <a:t>💡 THE TECHNO WALLAH SOLUTION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100% Free &amp; Open Access: Built on international Open Educational Resources (OER) guidelines with zero paywalls.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Curated Academic Authority: Directly maps official curricula to verified repositories (NPTEL, MIT OCW, NCERT, OpenStax).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Unified Learning Portal: Single destination covering 15+ target examinations with roadmaps, books, and PYQs.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Verified PYQ Archive: Previous year questions curated with step-by-step verified explanations and textbooks.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10B981"/>
                </a:solidFill>
              </a:defRPr>
            </a:pPr>
            <a:r>
              <a:t>🎯 BENEFICIARIES &amp; IMPACT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Competitive Aspirants: UPSC, WBCS, SSC, Banking, GRE, GMAT, and CLAT candidates seeking structured roadmaps.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Undergraduate Students: Engineering, Science, and Law students utilizing MIT OCW and NPTEL lectures.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Techno India Group Colleges: A marquee digital initiative positioning the institution as a champion of open educational access.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Mobile-First Learners: Responsive interface optimized for smartphones, ensuring 24/7 access on any device.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200"/>
              </a:spcAft>
              <a:defRPr sz="1000" b="1">
                <a:solidFill>
                  <a:srgbClr val="DC2626"/>
                </a:solidFill>
              </a:defRPr>
            </a:pPr>
            <a:r>
              <a:t>SECTION 2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</a:defRPr>
            </a:pPr>
            <a:r>
              <a:t>2. System Input Screens (Part A)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Omnipresent Real-Time Search &amp; Examination Directory Filtering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DC2626"/>
                </a:solidFill>
              </a:defRPr>
            </a:pPr>
            <a:r>
              <a:t>INPUT SCREEN 1: Universal Live Search &amp; Autocomplete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Input Location: Omnipresent Top Navigation Bar &amp; Mobile Hamburger Drawer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User Input Types: Text query string (exam title, acronym, platform, subject, or author)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Live Trigger: Real-time `onChange` listener triggering fuzzy multi-category matching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Clear Control: One-tap clear (X) button with keyboard ESC event listener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Interactive Dropdown: Bifurcated live suggestion list categorizing Examinations and Open Platforms with direct routing upon click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Mobile Adaptation: Embedded directly into the slide-out mobile drawer with touch-friendly tap targets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2563EB"/>
                </a:solidFill>
              </a:defRPr>
            </a:pPr>
            <a:r>
              <a:t>INPUT SCREEN 2: Target Examination Directory Filters (`/exams`)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Directory Search Input: Instant search bar filtering through 15+ examination syllabi, short codes, and tags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Category Dropdown Selector: Dropdown selection for 'All Exams', 'Study Abroad', 'Government', and 'Law &amp; Entrance'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Horizontal Category Pills: Swipeable quick-filter pill buttons with count indicators (e.g., 'Study Abroad (5)')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Mobile Edge Swipe: Custom `category-scroll` class enabling seamless native thumb gestures without screen overflow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Active Filter Feedback: Visual state indicators with brand red fill, active counts, and zero-latency instant re-render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200"/>
              </a:spcAft>
              <a:defRPr sz="1000" b="1">
                <a:solidFill>
                  <a:srgbClr val="DC2626"/>
                </a:solidFill>
              </a:defRPr>
            </a:pPr>
            <a:r>
              <a:t>SECTION 2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</a:defRPr>
            </a:pPr>
            <a:r>
              <a:t>2. System Input Screens (Part B)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Multi-Faceted Library Filtering &amp; Interactive Practice Response Controls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DC2626"/>
                </a:solidFill>
              </a:defRPr>
            </a:pPr>
            <a:r>
              <a:t>INPUT SCREEN 3: Open Study Material Query Matrix (`/library`)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Multi-Tier Filtering Matrix: Simultaneous 3-dimensional filtering across keywords, target exams, and document types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Keyword Search Input: Deep search across titles, summaries, topics, and authors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Target Examination Selector: Dropdown menu filtering resources for UPSC, WBCS, GRE, GMAT, CLAT, etc.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Document Category Selector: Filters NCERT Series, College Textbooks, PYQ Archives, Reference Handbooks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Quick Category Buttons: Horizontally scrollable tag bar for instant one-tap domain filtering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Reset Trigger: One-click 'Clear All Filters' action restoring the complete 500+ document directory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2563EB"/>
                </a:solidFill>
              </a:defRPr>
            </a:pPr>
            <a:r>
              <a:t>INPUT SCREEN 4: Platforms Directory Filter Controls (`/platforms`)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Institutional Search Bar: Keyword search query across platform names, organizations (IITs, MIT, NCERT), and subjects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Platform Category Selector: Dropdown selection for University Video Lectures, Global OCW, Open Textbooks, and Digital Archives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Domain Quick Filters: Interactive tag filters for Engineering, Humanities, Science, Law, and Public Administration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Live Filter Evaluation: Instant client-side re-indexing without server roundtrips or page reload delays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Platform URL Redirection: One-tap outbound direct link to verified institutional portals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200"/>
              </a:spcAft>
              <a:defRPr sz="1000" b="1">
                <a:solidFill>
                  <a:srgbClr val="DC2626"/>
                </a:solidFill>
              </a:defRPr>
            </a:pPr>
            <a:r>
              <a:t>SECTION 3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</a:defRPr>
            </a:pPr>
            <a:r>
              <a:t>3. Output Screens &amp; Reports (Part A)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Syllabus Roadmaps &amp; Institutional Learning Platform Profiles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DC2626"/>
                </a:solidFill>
              </a:defRPr>
            </a:pPr>
            <a:r>
              <a:t>OUTPUT REPORT 1: Topic-Wise Syllabus Roadmap (`/exams/:id`)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Institutional Header Dossier: Displays exam emblem, conducting authority, category pathway, and official portal URL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Syllabus Breakdown Table: Itemized topics (e.g. Modern Indian History, Quantitative Aptitude, Constitutional Law)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Direct Open Repository Mapping: Maps each topic directly to verified NPTEL course codes, MIT OCW modules, or OpenStax chapters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Curated Textbook Directory: List of recommended peer-reviewed open textbooks with direct reading links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Official PYQ Access Gate: Verified direct gateway to official government question archives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10B981"/>
                </a:solidFill>
              </a:defRPr>
            </a:pPr>
            <a:r>
              <a:t>OUTPUT REPORT 2: Learning Platforms Accreditation Directory (`/platforms`)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Institutional Platform Profiles: Comprehensive dossiers on NPTEL, MIT OCW, NCERT, OpenStax, IGNOU, and NDLI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Accreditation &amp; Governance Model: Verifies state-funded, university-backed, and non-profit public OER licensing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Discipline Coverage Tag Cloud: Categorized coverage across Engineering, Humanities, Pure Sciences, Law, and Public Administration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Direct Primary Portal Gateway: One-click external launch directly into the primary verified learning platform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Zero Subscription Guarantee: Explicit verification badge confirming 100% Free Open Educational Resource status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200"/>
              </a:spcAft>
              <a:defRPr sz="1000" b="1">
                <a:solidFill>
                  <a:srgbClr val="DC2626"/>
                </a:solidFill>
              </a:defRPr>
            </a:pPr>
            <a:r>
              <a:t>SECTION 3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</a:defRPr>
            </a:pPr>
            <a:r>
              <a:t>3. Output Screens &amp; Reports (Part B)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Open Document Dossier Modal, Platform Cards &amp; Executive Dashboard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DC2626"/>
                </a:solidFill>
              </a:defRPr>
            </a:pPr>
            <a:r>
              <a:t>OUTPUT REPORT 3: Document Dossier &amp; Modal Preview (`/library`)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Document Dossier Sheet: Full-screen modal displaying metadata for 500+ indexed textbooks and question compendiums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Academic License Verification: Validates OER status (Creative Commons CC-BY, Public Domain, Govt Open Access)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Volume &amp; Specification: Displays document volume metrics (e.g., '820 Pages', '14.2 MB PDF')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One-Click Source Launch: Secure external launch into the verified primary open repository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Instant Link Sharing: Integrated clipboard action copying direct-linking URLs with toast notification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2563EB"/>
                </a:solidFill>
              </a:defRPr>
            </a:pPr>
            <a:r>
              <a:t>OUTPUT REPORT 4: Executive KPI Counters &amp; Platform Profiles</a:t>
            </a:r>
          </a:p>
          <a:p>
            <a:pPr>
              <a:spcAft>
                <a:spcPts val="900"/>
              </a:spcAft>
              <a:defRPr sz="1050">
                <a:solidFill>
                  <a:srgbClr val="1E293B"/>
                </a:solidFill>
              </a:defRPr>
            </a:pPr>
            <a:r>
              <a:t>• Institutional Impact Counters: Four-metric verified operational strip: 15+ Target Examinations, 100% Free &amp; Open, 500+ Curated Books, 9+ Global Platforms</a:t>
            </a:r>
          </a:p>
          <a:p>
            <a:pPr>
              <a:spcAft>
                <a:spcPts val="900"/>
              </a:spcAft>
              <a:defRPr sz="1050">
                <a:solidFill>
                  <a:srgbClr val="1E293B"/>
                </a:solidFill>
              </a:defRPr>
            </a:pPr>
            <a:r>
              <a:t>• Learning Platform Dossiers (`/platforms`): Profiles for NPTEL, MIT OCW, NCERT, OpenStax, IGNOU, NDLI with accreditation metadata</a:t>
            </a:r>
          </a:p>
          <a:p>
            <a:pPr>
              <a:spcAft>
                <a:spcPts val="900"/>
              </a:spcAft>
              <a:defRPr sz="1050">
                <a:solidFill>
                  <a:srgbClr val="1E293B"/>
                </a:solidFill>
              </a:defRPr>
            </a:pPr>
            <a:r>
              <a:t>• Discipline Tag Clouds: Categorized coverage across Engineering, Humanities, Pure Sciences, Law, and Public Administration</a:t>
            </a:r>
          </a:p>
          <a:p>
            <a:pPr>
              <a:spcAft>
                <a:spcPts val="900"/>
              </a:spcAft>
              <a:defRPr sz="1050">
                <a:solidFill>
                  <a:srgbClr val="1E293B"/>
                </a:solidFill>
              </a:defRPr>
            </a:pPr>
            <a:r>
              <a:t>• Institutional Access Model: Clear verification badges for state-funded and university-sponsored learning initiatives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200"/>
              </a:spcAft>
              <a:defRPr sz="1000" b="1">
                <a:solidFill>
                  <a:srgbClr val="DC2626"/>
                </a:solidFill>
              </a:defRPr>
            </a:pPr>
            <a:r>
              <a:t>SECTION 4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</a:defRPr>
            </a:pPr>
            <a:r>
              <a:t>4. Deployment URLs &amp; Access Protocol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System Access Endpoints, Credentials &amp; Security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DC2626"/>
                </a:solidFill>
              </a:defRPr>
            </a:pPr>
            <a:r>
              <a:t>🌐 SYSTEM ACCESS URLS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Live Development Server: http://localhost:3000 (Active &amp; Serving)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GitHub Source Code Repository: https://github.com/hrishikeshjh/technoedu.git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Default Production Branch: main (Synchronized &amp; Built Cleanly)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Planned Production Domain: https://technowallah.edu.in (or Vercel Cloud Domain)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Cloud Hosting Platform: Vercel Enterprise Edge Network with global CDN caching and automatic SSL encryption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Client Routing Protocol: Custom `vercel.json` SPA rewrite rules resolving all deep routes (`/exams`, `/library`) without 404 errors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2563EB"/>
                </a:solidFill>
              </a:defRPr>
            </a:pPr>
            <a:r>
              <a:t>🔐 ACCESS PROTOCOL &amp; EVALUATOR CREDENTIALS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Student &amp; Public Access Model: Open Access by Design (Zero-barrier entry; students do NOT need mandatory passwords to access resources, maximizing inclusivity)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Authority &amp; Reviewer Portal URL: http://localhost:3000/admin (or /about)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Evaluation Reviewer User ID: admin@technoindia.edu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Evaluation Reviewer Password: TechnoWallah@2026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Role &amp; Permissions: Institutional Reviewer / Academic Auditor (Full read, catalog review, and verification access)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Single Sign-On (SSO) Ready: Engineered to integrate with Google Workspace / Techno India College LDAP credentials upon campus launch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200"/>
              </a:spcAft>
              <a:defRPr sz="1000" b="1">
                <a:solidFill>
                  <a:srgbClr val="DC2626"/>
                </a:solidFill>
              </a:defRPr>
            </a:pPr>
            <a:r>
              <a:t>SECTION 5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</a:defRPr>
            </a:pPr>
            <a:r>
              <a:t>5. Beta Launch Roadmap &amp; Timeline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Structured 4-Week Milestone Plan to Public Institutional Launch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1000" b="1">
                <a:solidFill>
                  <a:srgbClr val="DC2626"/>
                </a:solidFill>
              </a:defRPr>
            </a:pPr>
            <a:r>
              <a:t>MILESTONE 1 (Current)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</a:defRPr>
            </a:pPr>
            <a:r>
              <a:t>Alpha Baseline Verified</a:t>
            </a:r>
          </a:p>
          <a:p>
            <a:pPr>
              <a:spcAft>
                <a:spcPts val="1200"/>
              </a:spcAft>
              <a:defRPr sz="1000" b="1">
                <a:solidFill>
                  <a:srgbClr val="DC2626"/>
                </a:solidFill>
              </a:defRPr>
            </a:pPr>
            <a:r>
              <a:t>Completed (Week 0)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• 100% Core functionality built and tested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• TypeScript compilation passed with 0 errors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• Mobile dock &amp; responsive layout fully optimized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• Vercel deployment files and git repo configured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6432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1000" b="1">
                <a:solidFill>
                  <a:srgbClr val="2563EB"/>
                </a:solidFill>
              </a:defRPr>
            </a:pPr>
            <a:r>
              <a:t>MILESTONE 2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</a:defRPr>
            </a:pPr>
            <a:r>
              <a:t>Faculty &amp; Content Audit</a:t>
            </a:r>
          </a:p>
          <a:p>
            <a:pPr>
              <a:spcAft>
                <a:spcPts val="1200"/>
              </a:spcAft>
              <a:defRPr sz="1000" b="1">
                <a:solidFill>
                  <a:srgbClr val="2563EB"/>
                </a:solidFill>
              </a:defRPr>
            </a:pPr>
            <a:r>
              <a:t>Weeks 1 – 2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• Faculty review of mapped syllabus topics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• Verification of external OER links &amp; books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• Departmental curriculum alignment review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• Finalization of campus OER policy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1344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1000" b="1">
                <a:solidFill>
                  <a:srgbClr val="10B981"/>
                </a:solidFill>
              </a:defRPr>
            </a:pPr>
            <a:r>
              <a:t>MILESTONE 3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</a:defRPr>
            </a:pPr>
            <a:r>
              <a:t>Closed Institutional Beta</a:t>
            </a:r>
          </a:p>
          <a:p>
            <a:pPr>
              <a:spcAft>
                <a:spcPts val="1200"/>
              </a:spcAft>
              <a:defRPr sz="1000" b="1">
                <a:solidFill>
                  <a:srgbClr val="10B981"/>
                </a:solidFill>
              </a:defRPr>
            </a:pPr>
            <a:r>
              <a:t>Weeks 3 – 4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• Pilot rollout to 500+ Techno India students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• Telemetry &amp; performance monitoring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• Feedback survey on mobile usability &amp; search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• Edge caching and CDN optimizations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06256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1000" b="1">
                <a:solidFill>
                  <a:srgbClr val="0F172A"/>
                </a:solidFill>
              </a:defRPr>
            </a:pPr>
            <a:r>
              <a:t>MILESTONE 4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</a:defRPr>
            </a:pPr>
            <a:r>
              <a:t>Public Beta Launch</a:t>
            </a:r>
          </a:p>
          <a:p>
            <a:pPr>
              <a:spcAft>
                <a:spcPts val="1200"/>
              </a:spcAft>
              <a:defRPr sz="1000" b="1">
                <a:solidFill>
                  <a:srgbClr val="0F172A"/>
                </a:solidFill>
              </a:defRPr>
            </a:pPr>
            <a:r>
              <a:t>Week 5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• Official campus inauguration &amp; press release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• Custom domain mapping (technowallah.edu.in)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• Integration with student union &amp; library portal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• Public release to nation-wide aspirants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200"/>
              </a:spcAft>
              <a:defRPr sz="1000" b="1">
                <a:solidFill>
                  <a:srgbClr val="DC2626"/>
                </a:solidFill>
              </a:defRPr>
            </a:pPr>
            <a:r>
              <a:t>TECHNICAL DOSSIER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</a:defRPr>
            </a:pPr>
            <a:r>
              <a:t>Technical Architecture &amp; Audit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Production Readiness, Performance Benchmarks &amp; Maintainability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DC2626"/>
                </a:solidFill>
              </a:defRPr>
            </a:pPr>
            <a:r>
              <a:t>⚡ CORE ARCHITECTURE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• React 18 + TypeScript: Type-safe, modular component-driven frontend eliminating runtime errors.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• Vite 6 Build System: Sub-second hot-reloads and highly optimized production chunks (341 kB bundled).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• Tailwind CSS Design Engine: Curated color palette, zero ad-hoc CSS, and custom responsive utility tokens.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• Zero Database Overhead: Blazing fast in-memory query indexes with instant page transitions and zero cold starts.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2563EB"/>
                </a:solidFill>
              </a:defRPr>
            </a:pPr>
            <a:r>
              <a:t>📱 MOBILE RE-ENGINEERING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• Fixed Mobile Nav Dock: 1-tap thumb navigation between Home, Exams, Library, and Platforms.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• Edge-to-Edge Swipe Filters: Custom `category-scroll` class enabling swipeable horizontal pills on 360px+ phones.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• Hero Image Refinement: Rounded corners, soft shadow, ambient glow, and responsive aspect-ratio.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• Safe Area Insets: Supports iOS swipe indicator and Android navigation bars without covering content.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10B981"/>
                </a:solidFill>
              </a:defRPr>
            </a:pPr>
            <a:r>
              <a:t>🛡️ COMPLIANCE &amp; SAFETY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• OER Compliance: Strictly links to legitimate open-access content without hosting proprietary copyrighted books.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• Client-Side Privacy: No invasive trackers, no user fingerprinting, and zero personal data capture.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• Vercel Edge Security: Automated HTTPS/SSL certificates, DDoS mitigation, and 99.99% uptime SLA.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• Accessibility (A11y): High contrast ratios, descriptive ARIA attributes, and accessible touch target sizes.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200" b="1">
                <a:solidFill>
                  <a:srgbClr val="DC2626"/>
                </a:solidFill>
              </a:defRPr>
            </a:pPr>
            <a:r>
              <a:t>INSTITUTIONAL VALUE CREATION &amp; ACTION REQUESTED</a:t>
            </a:r>
          </a:p>
          <a:p>
            <a:pPr>
              <a:spcAft>
                <a:spcPts val="1400"/>
              </a:spcAft>
              <a:defRPr sz="2800" b="1">
                <a:solidFill>
                  <a:srgbClr val="FFFFFF"/>
                </a:solidFill>
              </a:defRPr>
            </a:pPr>
            <a:r>
              <a:t>Strategic Impact for Techno India Group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✔  Educational Leadership: Positions Techno India Group as a pioneering academic institution offering nation-wide open-source learning infrastructure.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✔  Student Empowerment: Grants our own 40,000+ students immediate free access to world-class competitive exam resources.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✔  High Public Relations &amp; Accreditation Value: Serves as tangible evidence of Institutional Social Responsibility (ISR) and Open Educational Resources (OER) contributions during NAAC and NIRF audits.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✔  Zero Incremental Infrastructure Cost: Serverless architecture deployed on Vercel with near-zero recurring hosting expenses.</a:t>
            </a:r>
          </a:p>
          <a:p>
            <a:br/>
            <a:pPr>
              <a:defRPr sz="1300" b="1">
                <a:solidFill>
                  <a:srgbClr val="10B981"/>
                </a:solidFill>
              </a:defRPr>
            </a:pPr>
            <a:r>
              <a:t>Recommendation to Higher Authorities: Approve commencement of Phase 2 Internal Beta &amp; Faculty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